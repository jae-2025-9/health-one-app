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e89228de294844" /><Relationship Type="http://schemas.openxmlformats.org/officeDocument/2006/relationships/extended-properties" Target="/docProps/app.xml" Id="R02b06e69b89d4bdb" /><Relationship Type="http://schemas.openxmlformats.org/officeDocument/2006/relationships/officeDocument" Target="/ppt/presentation.xml" Id="Rb805395b68e0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3d15132a54ffd"/>
  </p:sldMasterIdLst>
  <p:notesMasterIdLst>
    <p:notesMasterId xmlns:r="http://schemas.openxmlformats.org/officeDocument/2006/relationships" r:id="R6c34125d2c8a4e2d"/>
  </p:notesMasterIdLst>
  <p:sldIdLst>
    <p:sldId xmlns:r="http://schemas.openxmlformats.org/officeDocument/2006/relationships" id="256" r:id="Rc2f25c44c119430e"/>
    <p:sldId xmlns:r="http://schemas.openxmlformats.org/officeDocument/2006/relationships" id="257" r:id="R69eb3703e2ee4e03"/>
    <p:sldId xmlns:r="http://schemas.openxmlformats.org/officeDocument/2006/relationships" id="258" r:id="R7cccdd346a224feb"/>
    <p:sldId xmlns:r="http://schemas.openxmlformats.org/officeDocument/2006/relationships" id="259" r:id="Rb0c8ce5310f34c19"/>
    <p:sldId xmlns:r="http://schemas.openxmlformats.org/officeDocument/2006/relationships" id="260" r:id="R28014044a7b64f47"/>
    <p:sldId xmlns:r="http://schemas.openxmlformats.org/officeDocument/2006/relationships" id="261" r:id="R8c1e94d4319f4866"/>
    <p:sldId xmlns:r="http://schemas.openxmlformats.org/officeDocument/2006/relationships" id="262" r:id="R9bfdd41e47ac4f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3d15132a54ffd" /><Relationship Type="http://schemas.openxmlformats.org/officeDocument/2006/relationships/theme" Target="/ppt/theme/theme1.xml" Id="R500c1d744353496b" /><Relationship Type="http://schemas.openxmlformats.org/officeDocument/2006/relationships/notesMaster" Target="/ppt/notesMasters/notesMaster1.xml" Id="R6c34125d2c8a4e2d" /><Relationship Type="http://schemas.openxmlformats.org/officeDocument/2006/relationships/presProps" Target="/ppt/presProps.xml" Id="R95841771c5dd42dc" /><Relationship Type="http://schemas.openxmlformats.org/officeDocument/2006/relationships/viewProps" Target="/ppt/viewProps.xml" Id="Rc102f64675fc49ce" /><Relationship Type="http://schemas.openxmlformats.org/officeDocument/2006/relationships/tableStyles" Target="/ppt/tableStyles.xml" Id="R1971627bfffa44cf" /><Relationship Type="http://schemas.openxmlformats.org/officeDocument/2006/relationships/slide" Target="/ppt/slides/slide1.xml" Id="Rc2f25c44c119430e" /><Relationship Type="http://schemas.openxmlformats.org/officeDocument/2006/relationships/slide" Target="/ppt/slides/slide2.xml" Id="R69eb3703e2ee4e03" /><Relationship Type="http://schemas.openxmlformats.org/officeDocument/2006/relationships/slide" Target="/ppt/slides/slide3.xml" Id="R7cccdd346a224feb" /><Relationship Type="http://schemas.openxmlformats.org/officeDocument/2006/relationships/slide" Target="/ppt/slides/slide4.xml" Id="Rb0c8ce5310f34c19" /><Relationship Type="http://schemas.openxmlformats.org/officeDocument/2006/relationships/slide" Target="/ppt/slides/slide5.xml" Id="R28014044a7b64f47" /><Relationship Type="http://schemas.openxmlformats.org/officeDocument/2006/relationships/slide" Target="/ppt/slides/slide6.xml" Id="R8c1e94d4319f4866" /><Relationship Type="http://schemas.openxmlformats.org/officeDocument/2006/relationships/slide" Target="/ppt/slides/slide7.xml" Id="R9bfdd41e47ac4f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b3bde0f1e8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123784d134ade" /><Relationship Type="http://schemas.openxmlformats.org/officeDocument/2006/relationships/notesMaster" Target="/ppt/notesMasters/notesMaster1.xml" Id="R60dd5b70ab0342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921a4b59b4b37" /><Relationship Type="http://schemas.openxmlformats.org/officeDocument/2006/relationships/notesMaster" Target="/ppt/notesMasters/notesMaster1.xml" Id="R6167cda935974a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e6b59110e434b" /><Relationship Type="http://schemas.openxmlformats.org/officeDocument/2006/relationships/notesMaster" Target="/ppt/notesMasters/notesMaster1.xml" Id="Re2db223797dc4f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e4d87a5a814e72" /><Relationship Type="http://schemas.openxmlformats.org/officeDocument/2006/relationships/notesMaster" Target="/ppt/notesMasters/notesMaster1.xml" Id="Reb93130213bd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328e168b0048f3" /><Relationship Type="http://schemas.openxmlformats.org/officeDocument/2006/relationships/notesMaster" Target="/ppt/notesMasters/notesMaster1.xml" Id="R99bca692419d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adb62693f44091" /><Relationship Type="http://schemas.openxmlformats.org/officeDocument/2006/relationships/notesMaster" Target="/ppt/notesMasters/notesMaster1.xml" Id="R2e298b1da04141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35dff343424f65" /><Relationship Type="http://schemas.openxmlformats.org/officeDocument/2006/relationships/notesMaster" Target="/ppt/notesMasters/notesMaster1.xml" Id="Re156d23d3623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5ea51ce00404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ed805e898764035" /><Relationship Type="http://schemas.openxmlformats.org/officeDocument/2006/relationships/slideLayout" Target="/ppt/slideLayouts/slideLayout2.xml" Id="R0a9c28ec3bfa43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9c28ec3bfa43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4ab664ab9f44ba" /><Relationship Type="http://schemas.openxmlformats.org/officeDocument/2006/relationships/notesSlide" Target="/ppt/notesSlides/notesSlide1.xml" Id="R238d32d422e9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d55f093b2439a" /><Relationship Type="http://schemas.openxmlformats.org/officeDocument/2006/relationships/notesSlide" Target="/ppt/notesSlides/notesSlide2.xml" Id="R5b1430b4bea6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8597346cb4aa3" /><Relationship Type="http://schemas.openxmlformats.org/officeDocument/2006/relationships/image" Target="/ppt/media/image.png" Id="R96f418be3e80420b" /><Relationship Type="http://schemas.openxmlformats.org/officeDocument/2006/relationships/notesSlide" Target="/ppt/notesSlides/notesSlide3.xml" Id="Rbec8167cdbab43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491a485a9e47af" /><Relationship Type="http://schemas.openxmlformats.org/officeDocument/2006/relationships/image" Target="/ppt/media/image2.png" Id="Rb9ddb45bb90d4b4a" /><Relationship Type="http://schemas.openxmlformats.org/officeDocument/2006/relationships/notesSlide" Target="/ppt/notesSlides/notesSlide4.xml" Id="Rc3db3974b00e4c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201dd14f04caf" /><Relationship Type="http://schemas.openxmlformats.org/officeDocument/2006/relationships/notesSlide" Target="/ppt/notesSlides/notesSlide5.xml" Id="R1d5501d24c59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3e29dee0bc48ca" /><Relationship Type="http://schemas.openxmlformats.org/officeDocument/2006/relationships/notesSlide" Target="/ppt/notesSlides/notesSlide6.xml" Id="R9611493506c546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0f5a53d7774bd4" /><Relationship Type="http://schemas.openxmlformats.org/officeDocument/2006/relationships/notesSlide" Target="/ppt/notesSlides/notesSlide7.xml" Id="R04e7dd1614634e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3A0812-EDCA-405F-97A3-5FFCBBB2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8A88A-5A74-420D-8419-C437D269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6A09-96A2-405D-BD64-34183925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4A365-00A5-4D14-A2DB-312C762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76E1A-1D0E-4DC6-A776-4F7E29B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C5E04-10C5-44A4-BEBB-9494B335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건강 one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A14D8-0D79-4391-AE1E-672F5EBA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몸에 들어오고, 닿고, 움직이는 생활 인자를 하나의 건강 타임라인으로 관리하는 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1FFC2-112A-44E3-BFB4-BD091CF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076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22F8A-9DFB-4C37-A4B4-B635A16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활동/수면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A09F4-A5CB-4E2A-B1CE-F973261E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Apple · Samsung Health 데이터를 표준 이벤트로 동기화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42F6E-4344-4C7D-8E96-9A1F8305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48050"/>
            <a:ext cx="2076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1DA2A-1C6F-4ACE-AC16-DB06D3B3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76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식사/음용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CA1B6-48A7-4B9F-859A-871D7E29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386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사진과 라벨을 AI로 읽고 칼로리·카페인·당류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3FD59-1CE0-4FDA-9E16-87097D54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48050"/>
            <a:ext cx="2076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C8AA0-73B9-46A5-8883-66D48D20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복용/성분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B81F1-2CD4-4CC9-AB51-70DF2690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386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약·영양제·화장품 성분의 주의 정보를 한곳에서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F3DE9-5703-46C3-BE69-5D79B049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90600"/>
            <a:ext cx="23050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8B5C8-FF20-4F44-B32F-E24C4596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09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v1 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6001D-8044-4B6C-9082-3DD7411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A54F1-A5FF-4CC7-BD29-FBAD39A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직접 입력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284BE-A058-4519-9D37-D0320BF5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9D1FD-D0E7-4191-83F0-C1143880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사진/라벨 분석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3A6BC-A4F8-4305-9EB4-3C690B87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96058-F002-41C0-B579-76ECCB62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A6A16"/>
                </a:solidFill>
                <a:latin typeface="Apple SD Gothic Neo"/>
                <a:ea typeface="Apple SD Gothic Neo"/>
                <a:cs typeface="Apple SD Gothic Neo"/>
              </a:rPr>
              <a:t>복용 알림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F0243-5DF1-4547-AFA2-5EE57A6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B8194-434D-4C55-9FF8-6A693C4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5B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C85B62"/>
                </a:solidFill>
                <a:latin typeface="Apple SD Gothic Neo"/>
                <a:ea typeface="Apple SD Gothic Neo"/>
                <a:cs typeface="Apple SD Gothic Neo"/>
              </a:rPr>
              <a:t>일간/주간 리포트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C71EC-9D04-4B19-A22A-BC831BF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52875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6A37A-0D4C-49B4-8679-C60C6EBA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244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Health API는 확장 구조로 둔다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84BA1-4D6F-4BFA-9AA2-A9C58DE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2093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38AAF-FBD6-4A5B-AA58-B11C801F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C1C49-74F2-4A0E-AF14-52714F5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F7755-0D28-4210-BC4F-A4D5F979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건강 데이터는 많지만, 생활 판단에는 흩어져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AF00A-C9E5-4FE2-8731-54E9EFD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걸음 수와 수면은 헬스 앱에, 식사와 음료는 사진첩에, 복용 정보는 메모와 알림에 따로 존재합니다.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FC048-789B-4837-87D6-873223E6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D8674-CDA3-404B-B115-7C69941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현재 사용자의 기록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8E5FC-4926-49E8-89B9-790A336B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2F2A0-1D13-4CFB-A1D2-4BE3A27E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3524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활동량과 수면은 Apple/Samsung Health에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BEE9E-C4DF-49CC-A76B-93A2D3B2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9D9D8-3F5A-4236-AB53-F5233068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71825"/>
            <a:ext cx="3524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식사는 직접 입력이 귀찮아 기록이 쉽게 끊김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8A067-5276-49AD-9966-9AC8971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DCDB-C367-4299-96BB-84D6B05C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3524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커피·캔음료·물 섭취량은 누락되기 쉬움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D784D-4E11-4F18-85D1-62A3A6DE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7022A-0654-461B-A6DF-1454042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62375"/>
            <a:ext cx="3524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약/영양제 조합과 복용 시간은 사용자가 따로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27A63-AD90-41AB-90E2-DEE69D1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2F8C4-B225-4485-A427-DC58553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524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화장품 성분과 피부 반응은 건강 기록과 연결되지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5E667-52C8-4D5E-B1AD-92545DEC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5238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27D27-7A77-4D48-B8DF-1C7399D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건강 one app의 관점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BDE00-00BA-4F05-8A14-453A6415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D7179-4469-4D6E-BA45-A67AD7A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Activity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FF6D3-CCD1-4C75-9A2A-EF98CBE3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Health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07184-CF50-44C0-A614-BC45571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39C58-F101-43BC-85BD-919DE5D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Meal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3A7F6-0A1D-446A-BA85-E3C9A1E5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Vision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BCDBA-AC75-4CEF-B5DA-2E0071C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6FE8C-2C53-43DE-AA86-3643C5E0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Drink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6F753-04C8-4EFE-8751-6A74E54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Label scan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27FBD-D42C-4869-BA37-70438DE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FCE93-BFD0-4AEC-926E-2A663EFB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Intake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F137C-15DD-4B83-8354-72A3D03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Reminder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61421-5EDD-456B-BDF0-2277B12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B7BEF-B1BD-4862-9F2E-193B832B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Cosmetic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86F4F2-4BCB-42EB-B730-1C4E620B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24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Ingredient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2D4B8-3AEE-4695-98CB-01838ADE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628262-F303-4F10-885D-1A9FCD09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19650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하나의 health_events 타임라인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73AEC-0B73-4E47-BE92-10EA06BB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34188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F3F6A-5AA0-409E-8CFE-445253D5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BB1EB-E4CB-4DBE-BA34-742C8B6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와이어프레임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EB389-3944-4E1F-8B86-D10DA23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첫 화면은 설명이 아니라 기록과 분석 흐름이다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7DF2E-F511-4739-A7FE-F448EFB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사용자가 바로 기록하고, AI 분석 결과를 확인하고, 리포트까지 이어지는 화면을 우선 배치했습니다.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052F6-75E7-4F59-8D64-11B9563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3448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D38D7-FA91-41C2-BECD-EDD36F06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사용자 플로우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27DDB-A238-4E74-96D5-3200832F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3BB94-6F13-4D6C-9790-1F68F65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홈에서 오늘 요약과 빠른 입력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C883C-A229-440A-A302-D232ECD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C4746-49AB-474D-BC82-C461CC18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식사 사진과 음료 라벨을 업로드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9C154-4C01-4A8D-893D-43CFA22A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DE4B3-0D50-4B13-8A0C-D190AC3A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약/영양제 등록 후 복용 시간 알림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E00D8-1A88-4766-B19F-A0519DB9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308B2-D222-4427-95EA-2DC86F57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상호작용 주의 정보와 성분 분석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779B1-4C77-4480-AED1-25B80B2A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1F887-56CE-42D1-8851-F0976E5F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주간 리포트에서 패턴과 개선 제안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2AC67-6861-4E14-8D42-882C28A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6724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418be3e80420b"/>
          <a:stretch xmlns:a="http://schemas.openxmlformats.org/drawingml/2006/main"/>
        </p:blipFill>
        <p:spPr>
          <a:xfrm xmlns:a="http://schemas.openxmlformats.org/drawingml/2006/main">
            <a:off x="5007552" y="2133600"/>
            <a:ext cx="5891645" cy="3600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88666-5522-4F38-A82C-8DE2D14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29300"/>
            <a:ext cx="622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자간 0 · 넓은 행간 · 발표용 가독성 개선본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A806C-09BF-47D4-922B-A0E2610E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81574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E7AAA-EB5F-4406-9D4D-77925C9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2B372-4A6E-4C99-A94A-BCB157AC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7F6D9-DCC1-4EE4-9A97-FC2AAA9D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DB는 health_events를 중심으로 확장한다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778A5-DCFE-4A3E-AC8B-F304BFFB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모든 기록을 공통 이벤트로 묶고, 활동·수면·식사·복용·화장품 세부 테이블을 붙이는 구조입니다.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A15C7-5B66-4426-930F-840DF01A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1628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db45bb90d4b4a"/>
          <a:stretch xmlns:a="http://schemas.openxmlformats.org/drawingml/2006/main"/>
        </p:blipFill>
        <p:spPr>
          <a:xfrm xmlns:a="http://schemas.openxmlformats.org/drawingml/2006/main">
            <a:off x="1404857" y="2038350"/>
            <a:ext cx="5724686" cy="3752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3C174-F715-49D5-9856-82C354CA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11676-FAB5-45B3-86EC-2EF2D443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설계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F47AD-F6FE-46EB-A85A-D41BFD0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6"/>
          </a:solidFill>
          <a:ln xmlns:a="http://schemas.openxmlformats.org/drawingml/2006/main" w="9525">
            <a:solidFill>
              <a:srgbClr val="D5E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5EF9B-427D-4DB2-9205-7A0888A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76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공통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AB61C-A936-4506-A8FD-021036A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19400"/>
            <a:ext cx="1200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health_events에 event_type, source_id, 시간, 원본 payload를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46786-B36D-4F0E-8D6D-4C823605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6"/>
          </a:solidFill>
          <a:ln xmlns:a="http://schemas.openxmlformats.org/drawingml/2006/main" w="9525">
            <a:solidFill>
              <a:srgbClr val="D5E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DFF7C-5588-44F4-AED3-026561B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6F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4F6F96"/>
                </a:solidFill>
                <a:latin typeface="Apple SD Gothic Neo"/>
                <a:ea typeface="Apple SD Gothic Neo"/>
                <a:cs typeface="Apple SD Gothic Neo"/>
              </a:rPr>
              <a:t>사진/AI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D2994-8C09-4530-9335-1EA47FD3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43300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media_assets와 ai_analysis_results를 식사·라벨·성분표가 같이 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082C6-79B7-405C-8479-834E8A2E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6"/>
          </a:solidFill>
          <a:ln xmlns:a="http://schemas.openxmlformats.org/drawingml/2006/main" w="9525">
            <a:solidFill>
              <a:srgbClr val="D5E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38EB-1F07-45E1-8DA7-0309B41D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5B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C85B62"/>
                </a:solidFill>
                <a:latin typeface="Apple SD Gothic Neo"/>
                <a:ea typeface="Apple SD Gothic Neo"/>
                <a:cs typeface="Apple SD Gothic Neo"/>
              </a:rPr>
              <a:t>중복 방지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59442-8A76-4E8E-9533-C5E0741B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86250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source_id + external_record_id로 Health API 재업로드 중복을 방지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4C4E9-51ED-46E5-95B7-0429C71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8762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691A8-A0C4-44DD-ABC2-7956E0C6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FC3D4-55C2-4DF8-9950-DD60AD0E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API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62AEE-6C13-44BB-8B9E-5D88C5B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테이블 기준이 아니라 사용자 행동 기준으로 나눈다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033D8-B081-46D8-BD9E-CEE55F4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프론트가 호출하는 흐름이 자연스럽도록 기록하기, 사진 분석하기, 알림 설정하기, 리포트 보기를 기준으로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E4B0B-C6A6-41FC-A48B-CCDC728C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143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72456-E480-499A-86FE-D2586759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3537B-4830-4918-B5AA-3B99C28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기록하기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EE735-0833-404F-BC05-214C566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2FF5-B0C2-44B5-ABDF-6EABDF28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/health-events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EE968-D13C-4028-BC54-BE23009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1C3A7-C960-4DA9-8FAD-2A9A34A6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/activities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2FAAB-42DC-4DB5-BBC4-750853A7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20017-4F1B-4956-98C9-22673B84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/sleep-records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F7B14-7A05-47EC-80FA-5CA447C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9AF47-1175-49B0-B77B-D5C7C818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/meals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8CFE5-0779-49CD-AB80-A3F48CC5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10F54-4147-4EE3-8614-647584F7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/beverages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9D6B0-9A94-4D75-A64F-439DB7C3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3143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C27F7-BA8C-4F43-B31C-47D5CAF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EDD3A-C9FB-4B27-88CD-D67442B0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AI 분석하기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4D49F-D584-4C28-B23F-5AAAC7A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B0821-8A40-49C1-8F4A-2DD23335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/meals/analyze-image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A3112-DE37-4B2A-9FA4-36E0FA53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C6F13-B6A9-4B8A-B441-30918F15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/beverages/analyze-label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350F1-D023-4182-8086-36D2F2D6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719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E5AB3-467F-4BC2-934B-15DA775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290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/cosmetics/analyze-ingredients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D94E4-8E1C-4C4E-B69E-14AEC7EA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4F92D-D2BE-4574-A7C4-45D76ED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481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/interaction-checks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37655-B126-482B-B329-826B020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3143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2C003-01DF-4158-961A-2F946939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54FA4-2C28-4AA6-B694-D55A2EE0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관리/리포트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825F2B-4DC6-42E4-991B-D8C1242E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D7CA9-C3C1-4DDD-9B64-D7A8A03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/intakes/items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4C3D45-E7E2-442C-A8C8-B8F6F97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2A0329-59A7-42D3-A338-520A614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GET /intakes/schedule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E86141-D325-4A01-9556-BA90B4F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ED413-C65C-4F5F-AAC4-DBE5CA06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/reminders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6A3EF1-8A19-4123-BFDB-E0E2180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53B73A-61A4-49C8-9F00-F2BAE369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GET /reports/daily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84F9E7-3F78-4F13-B6E5-2601E305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2932E-1B48-4ECF-B073-9C0DDC7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 /integrations/health-sync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F07810-B4EE-45A2-9DB5-0F2B3A3B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62650"/>
            <a:ext cx="923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공통 응답은 { data, meta: { requestId, generatedAt } } 형태로 맞추고, 의료 기능은 "주의 정보 제공" 문구를 포함합니다.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3B699D-EEDF-4843-A861-E6C01F3B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72966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45B05-E26D-4584-8315-8096C61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C8C97-AA0C-4E8C-9944-2DEACEA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안전선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CF710-636A-4A81-AEB5-D75629C3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약/영양제/성분 분석은 진단이 아니라 주의 정보다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9D298-D140-42E6-94D2-E69AB74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의료 서비스처럼 보이는 기능은 표현과 응답 구조에서 안전선을 명확히 잡습니다.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66B32-FD06-4564-AAAB-96A4F3B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DCCC6-F552-4E3A-A484-99B0951A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상호작용 체크 응답 원칙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9594E-4384-4CBC-A863-EFBF1B7E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920D3-E4E3-4435-8C08-ECC1732D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위험도는 low / medium / high / unknown으로 제한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A945C-401E-4758-B7AD-4F70874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81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061FC-65AE-40DC-AF47-63DAA5D6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근거 요약과 함께 불확실성을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AE304-FC1F-4410-838B-C33ADAD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43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90FB5-FDF5-4B16-83DE-3D1FF42A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고위험·불확실 조합은 전문가 상담 권고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55948-98F2-4DE3-8D17-67DDE1A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38DB2-7F68-4461-BA3A-9260A60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복용 간격 안내는 참고 정보로 표현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9CAE3-A283-4305-8F19-2D6EAD1D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44C39-2225-412A-B188-46E1A891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AI 결과는 사용자가 수정·확정 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AE80C-0426-49C0-90EA-8A690ECF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4C10C-91BB-499B-9DC2-FF2F57AB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발표 때 말할 문장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ADF0C-1923-4D64-A2AF-032FD764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 앱은 진단하거나 처방하지 않습니다.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사용자가 이미 기록한 생활 데이터를 정리하고,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주의가 필요한 조합이나 패턴을 알려주는 건강 관리 보조 앱입니다.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A14FD-6251-4DC7-844C-61746BCD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196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E7D96-FFB2-48F3-BE34-1DA5838B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5B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C85B62"/>
                </a:solidFill>
                <a:latin typeface="Apple SD Gothic Neo"/>
                <a:ea typeface="Apple SD Gothic Neo"/>
                <a:cs typeface="Apple SD Gothic Neo"/>
              </a:rPr>
              <a:t>진단 아님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15D64-6212-4C18-8187-7CF8E8A1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75E59-1A12-41CB-8750-8BC9B707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86B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86B18"/>
                </a:solidFill>
                <a:latin typeface="Apple SD Gothic Neo"/>
                <a:ea typeface="Apple SD Gothic Neo"/>
                <a:cs typeface="Apple SD Gothic Neo"/>
              </a:rPr>
              <a:t>전문가 상담 권고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DE7AE-89A0-4141-AE6E-025DF311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196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99F32-7D8D-4B5C-A448-C7689B0D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사용자 확정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83B73-0ECE-45CD-8CCC-8BB316AC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02417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F7960-65ED-419A-9D9C-F0497FB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B91ED-FEF3-4E6D-AF8A-205DE2B8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EAE98"/>
                </a:solidFill>
                <a:latin typeface="Apple SD Gothic Neo"/>
                <a:ea typeface="Apple SD Gothic Neo"/>
                <a:cs typeface="Apple SD Gothic Neo"/>
              </a:rPr>
              <a:t>팀 프로젝트 시작점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4A249-0CD2-4246-BA95-BE7AFC75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v1은 넓게 보이되, 구현은 백엔드 우선으로 좁힌다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00FBC-A310-4FFE-82FD-A681195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공통 이벤트 모델과 API 계약을 먼저 고정하면, 모바일/AI/리포트가 같은 구조 위에서 병렬로 움직일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AC70F-293E-433B-A57E-C7740FB0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65B79-159F-4E24-BB02-FAFA78B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C921D-3B67-4867-8AE0-401C63A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F20EE-8DBB-4F43-B4B2-35CEBEB2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공통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B61F9-502A-46A5-8360-2915AD5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users, data_sources, health_events, media_assets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A990F-18A5-429B-9E4B-D958210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57EFA-93D9-4EC7-B448-188EF83E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0D6D1-B9D1-4729-9ADD-18E168EC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479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85F19-99E8-4993-B0B7-D9F58ED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사진/라벨 분석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7F822-6A24-4AAC-BF04-133C2321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meal, beverage, cosmetic 분석 API와 결과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B6BDA-F578-4AAA-BB71-2D8C17CF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C8397-FDCB-4B87-87E6-AFC2F1F9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35D41-0CE2-4A78-AE29-8134A95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B1937-1A80-4B06-89CA-D0733846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24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복용/알림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B8A55-1F60-4325-AD5E-1279B572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330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intake items, logs, reminder rules, notification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87B24-D2BC-4B67-8B72-FF1A527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2DCC3-7F0C-4CBF-B93F-5EB3BEC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00DE3-3EF1-4504-B826-19724F2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576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608B9-A90B-4F0B-B4C6-F99D33AB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2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리포트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FF5A1-874B-458C-9998-62130021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daily/weekly report로 활동·수면·섭취·복용 통합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D81EC-0D8A-4032-A493-6B34DCEC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3C6B1-679E-4EAC-BCED-CFF8A772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5A1A8-4901-422D-972B-E57E569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625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E8F77-FFE5-4FB9-A376-915E584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Health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9CE81-8DA5-442B-852A-8EBBC2FA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모바일 앱이 권한 받은 데이터를 서버 표준 이벤트로 업로드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B4738-056E-4836-B670-4D287663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A7766-156B-4A7A-8A3E-91F9729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결론: 건강 one app은 생활 데이터를 모으는 앱이 아니라, 몸에 영향을 주는 인자를 하나의 의사결정 화면으로 바꾸는 앱입니다.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E1B5C-C4A6-4292-8538-BF65916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AA3A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732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2026-05-25T12:52:50.4690000Z</dcterms:created>
  <dcterms:modified xsi:type="dcterms:W3CDTF">2026-05-25T12:52:50.4690000Z</dcterms:modified>
</coreProperties>
</file>